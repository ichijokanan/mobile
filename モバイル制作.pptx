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2" d="100"/>
          <a:sy n="32" d="100"/>
        </p:scale>
        <p:origin x="11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D7464E-C1DC-3DE5-28A3-BE59E5EFD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3C9A3B4-5257-DD82-383B-94FEF5D73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8AE95F-E9B8-9E10-7CD3-B81ABBC67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5C93-574B-433C-A516-BC42ACC1B916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D62D6C-1DBF-62CC-B730-AD27ECBE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2DFBF6-C17D-4779-103B-8D18B60A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6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60D67E-DC19-8547-0DFF-A570FDB6A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C7EBD1-6A61-C9AA-6F75-F179A2C23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3B1676-A6F6-629D-789D-CA7F8747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5B016-0220-49FE-98B1-1841879001D1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E51D85-9163-FA32-754F-5DDA5843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596AF7-B46E-8BB1-4AEC-3B21E750B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81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E27218-5FCB-720C-BAC4-E8612E9B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ACC962-76D8-A517-1AEB-8B3D78C72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32F85D-C665-0DCE-6AB1-84EC943AC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3557-DFF5-43BB-9FEA-74C1368A7B32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9DB2B1-C021-2571-30EF-98B02EAA0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3299DE-3F26-49AF-C3CB-714B90ED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31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3094F6-4690-583A-7C18-12D6559A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8C723C-5F8E-3080-6B4C-65083AA02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28600B-D09A-7136-9C3E-23101C567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F57A47-B19D-3BD8-345B-DF377FCEE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E048-FD66-4D7A-B6D9-3C42242047E6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C816C8-D710-4185-1DB9-DC212A4F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F1F7F72-B432-FFEF-D6A4-80F45AC2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00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315F84-9063-104D-BE8C-7F0DF877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34930A-BBAA-CE56-7857-AEB66FB16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A8D262-A522-B43F-D6E6-FFEEDD193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E9BEE5B-D328-DD57-D372-B6C00ED73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7A04C6-62F3-A70A-7644-E812D00FF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230DE0-DF4C-D414-52F8-F4B3C115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DF04-88F7-4944-8376-13061EF07AF1}" type="datetime1">
              <a:rPr lang="en-US" smtClean="0"/>
              <a:t>6/29/2026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BE303A5-9016-A783-9F00-E5B22EA1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E18901-DC02-6733-0F66-1203E795F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5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76397-1317-9CA7-AEA0-31752266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CCA9C4A-5D1F-AA95-5589-E0284959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60584-84A2-4571-86E8-F10C0B271A5D}" type="datetime1">
              <a:rPr lang="en-US" smtClean="0"/>
              <a:t>6/29/2026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D07DCA-7267-B4C5-A779-1E338851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FED906-C08F-FADB-9DF9-E4C96B66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52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11540A-2AE6-EBDE-49DE-D5EE7F6E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E3C66-5192-45E4-A993-7C5922B6762B}" type="datetime1">
              <a:rPr lang="en-US" smtClean="0"/>
              <a:t>6/29/2026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E8085FC-128A-39B5-9F8C-C7041453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CE7071-E682-D07A-B7E7-A1B3A765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6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768361-CD4F-7800-B076-88CA642F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2423F1-5725-E20D-5C83-2951E468C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42C551-76B8-98F3-FA8C-293491F57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5E8957-72E3-3895-A7FD-E36CE436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698A-51D5-4114-8C08-468B337C164C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45AFBB-CE2F-02BD-24BF-95F856F94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E4F161-055F-EF91-2F8E-42942793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3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DDDD4-9205-E3B3-39F5-B13F53BA2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EC97C8-A5E1-AB29-5A50-48B6C5DBD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1E5F81-5E46-6EDF-5FD9-1DF41DA99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987BAD-69EA-A68B-F8A5-07E6C64F1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8E19-BCA4-496E-9A50-9B808BE903A1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B1D589-B322-B94C-F1CD-859A6045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9CD07D-EA86-7980-EF65-6D90B00F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7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BE88D3-B37B-56D1-5D10-FAFC882E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C00883-8D4C-AA1C-CEBD-E73464976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7E0E2B-6A5A-C5D2-0A15-E3BC681D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B58-A1C3-4100-9789-002FC8361227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DBB478-AEC2-CA2D-51A1-2A01D9EF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F9B1CC-33AD-5045-CA13-13B5239B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44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6BDFC7D-BEE5-4AC6-6790-EF1654C70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4FBD32-989D-A5F0-683D-3F39C76E9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54E97C-EC81-DBC5-97B8-2369CF5B6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3B5BA-24BB-4C9C-B828-356D32957235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33F287-7045-6BB4-3D75-5A7C0D18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E93F50-0448-17DA-7185-C7F412E8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45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AAFD1A-6312-3AED-F96F-93CD3E2D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7A46BC-2BDD-C1AB-F429-1ED1C8EA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57F998-49F2-567E-54E8-D6D192270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69DBF-9520-400C-A70B-D0357F911F10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0466B1-EB7F-344F-A4FE-A157A251E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7E965C-C3FB-7D66-17E8-56131F590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8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559956-4615-2830-9488-6E1EAEF39F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モバイル制作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A5175F3-59AB-821F-BB37-46B87E56B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高度情報工学科３年一條風南</a:t>
            </a:r>
          </a:p>
        </p:txBody>
      </p:sp>
    </p:spTree>
    <p:extLst>
      <p:ext uri="{BB962C8B-B14F-4D97-AF65-F5344CB8AC3E}">
        <p14:creationId xmlns:p14="http://schemas.microsoft.com/office/powerpoint/2010/main" val="951666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B6DD5D-F95A-997E-81A1-85AAA40B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作成したアプリ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8C6A0D-6CAD-5114-6CAA-3CE8918C1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2964" y="3060076"/>
            <a:ext cx="3946072" cy="7378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ja-JP" altLang="en-US" sz="4800" dirty="0"/>
              <a:t>家計簿アプリ</a:t>
            </a:r>
          </a:p>
        </p:txBody>
      </p:sp>
    </p:spTree>
    <p:extLst>
      <p:ext uri="{BB962C8B-B14F-4D97-AF65-F5344CB8AC3E}">
        <p14:creationId xmlns:p14="http://schemas.microsoft.com/office/powerpoint/2010/main" val="761603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3BCDA-5828-46EC-8223-1DB193E84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ターゲット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EA768C1-277B-EBDE-0727-C51BB2EADE7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707571" y="2519362"/>
            <a:ext cx="130629" cy="32528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dirty="0"/>
              <a:t>　</a:t>
            </a:r>
            <a:endParaRPr lang="en-US" altLang="ja-JP" dirty="0"/>
          </a:p>
          <a:p>
            <a:pPr marL="0" indent="0">
              <a:buNone/>
            </a:pP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23F303-114C-EE8F-6A2A-D7FF18B54614}"/>
              </a:ext>
            </a:extLst>
          </p:cNvPr>
          <p:cNvSpPr txBox="1"/>
          <p:nvPr/>
        </p:nvSpPr>
        <p:spPr>
          <a:xfrm>
            <a:off x="1426027" y="2708126"/>
            <a:ext cx="3842658" cy="325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ja-JP" altLang="en-US" sz="3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ひとり暮らしの学生</a:t>
            </a:r>
            <a:endParaRPr lang="en-US" altLang="ja-JP" sz="32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5CC128D-89E9-A501-5700-325F09D8EB09}"/>
              </a:ext>
            </a:extLst>
          </p:cNvPr>
          <p:cNvSpPr txBox="1"/>
          <p:nvPr/>
        </p:nvSpPr>
        <p:spPr>
          <a:xfrm>
            <a:off x="1426027" y="2341717"/>
            <a:ext cx="3842658" cy="340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ja-JP" altLang="en-US" sz="3200" b="0" dirty="0">
                <a:effectLst/>
                <a:latin typeface="Consolas" panose="020B0609020204030204" pitchFamily="49" charset="0"/>
              </a:rPr>
              <a:t>ひとり暮らしの学生</a:t>
            </a:r>
            <a:endParaRPr lang="en-US" altLang="ja-JP" sz="32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8931BBE1-FDDD-DEC9-5313-D41267081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479" y="3248705"/>
            <a:ext cx="1638300" cy="2581275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55826F5-6613-FDB1-96F0-C38DEEC6EB22}"/>
              </a:ext>
            </a:extLst>
          </p:cNvPr>
          <p:cNvSpPr txBox="1"/>
          <p:nvPr/>
        </p:nvSpPr>
        <p:spPr>
          <a:xfrm>
            <a:off x="6379027" y="2341717"/>
            <a:ext cx="4386946" cy="340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ja-JP" altLang="en-US" sz="3200" b="0" dirty="0">
                <a:effectLst/>
                <a:latin typeface="Consolas" panose="020B0609020204030204" pitchFamily="49" charset="0"/>
              </a:rPr>
              <a:t>ひとり暮らしの社会人</a:t>
            </a:r>
            <a:endParaRPr lang="en-US" altLang="ja-JP" sz="32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7B5283FE-5B0C-AC42-F447-69A5AB7AC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121" y="3001055"/>
            <a:ext cx="24384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6E4180-E057-66F3-B1CE-67728DA5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アプリ</a:t>
            </a:r>
            <a:r>
              <a:rPr lang="ja-JP" altLang="en-US" dirty="0"/>
              <a:t>でできること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0EB8E4-7F5A-5C19-0EC3-06B043F4D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出費登録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買い物、支払い等の出費を登録できる。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収入登録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給料、両親等からの仕送りなどの収入を登録できる。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38A58F6-E417-FA25-CE30-F0E83FFB6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462" y="1027906"/>
            <a:ext cx="32670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95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38A23-7E7F-DD8F-655F-59D55003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今後の展望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958C74-94D5-11B8-4D33-403F10377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機能</a:t>
            </a:r>
            <a:r>
              <a:rPr kumimoji="1" lang="ja-JP" altLang="en-US" dirty="0"/>
              <a:t>の追加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一覧表示、月・年ごとの合計表示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カテゴリー分類表示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出費、収入をカテゴリごとに表示する。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2497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4385</TotalTime>
  <Words>88</Words>
  <Application>Microsoft Office PowerPoint</Application>
  <PresentationFormat>ワイド画面</PresentationFormat>
  <Paragraphs>25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Consolas</vt:lpstr>
      <vt:lpstr>Office テーマ</vt:lpstr>
      <vt:lpstr>モバイル制作</vt:lpstr>
      <vt:lpstr>作成したアプリ</vt:lpstr>
      <vt:lpstr>ターゲット</vt:lpstr>
      <vt:lpstr>アプリでできること</vt:lpstr>
      <vt:lpstr>今後の展望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一條 風南(zeal23418091)</dc:creator>
  <cp:lastModifiedBy>一條 風南(zeal23418091)</cp:lastModifiedBy>
  <cp:revision>3</cp:revision>
  <dcterms:created xsi:type="dcterms:W3CDTF">2026-01-21T02:36:38Z</dcterms:created>
  <dcterms:modified xsi:type="dcterms:W3CDTF">2026-06-30T06:10:05Z</dcterms:modified>
</cp:coreProperties>
</file>